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b9c78ef9664a9d" /><Relationship Type="http://schemas.openxmlformats.org/officeDocument/2006/relationships/extended-properties" Target="/docProps/app.xml" Id="R6c1f1cd059ac4df7" /><Relationship Type="http://schemas.openxmlformats.org/officeDocument/2006/relationships/officeDocument" Target="/ppt/presentation.xml" Id="R7694baa5aa1944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888c9751e6434f"/>
  </p:sldMasterIdLst>
  <p:notesMasterIdLst>
    <p:notesMasterId xmlns:r="http://schemas.openxmlformats.org/officeDocument/2006/relationships" r:id="R6bcdc05d343b45f1"/>
  </p:notesMasterIdLst>
  <p:sldIdLst>
    <p:sldId xmlns:r="http://schemas.openxmlformats.org/officeDocument/2006/relationships" id="256" r:id="R3c0e7d4cb7fa4b05"/>
    <p:sldId xmlns:r="http://schemas.openxmlformats.org/officeDocument/2006/relationships" id="257" r:id="Rc781895b48ee411b"/>
    <p:sldId xmlns:r="http://schemas.openxmlformats.org/officeDocument/2006/relationships" id="258" r:id="R8fe6a64c92a74a2c"/>
    <p:sldId xmlns:r="http://schemas.openxmlformats.org/officeDocument/2006/relationships" id="259" r:id="Rd0d2f338296748ea"/>
    <p:sldId xmlns:r="http://schemas.openxmlformats.org/officeDocument/2006/relationships" id="260" r:id="R4938136caa534523"/>
    <p:sldId xmlns:r="http://schemas.openxmlformats.org/officeDocument/2006/relationships" id="261" r:id="Rd799612f22064e15"/>
    <p:sldId xmlns:r="http://schemas.openxmlformats.org/officeDocument/2006/relationships" id="262" r:id="R258cc959f1a24f58"/>
    <p:sldId xmlns:r="http://schemas.openxmlformats.org/officeDocument/2006/relationships" id="263" r:id="Rff3cb94876794c51"/>
    <p:sldId xmlns:r="http://schemas.openxmlformats.org/officeDocument/2006/relationships" id="264" r:id="Ra94125f2369e47b3"/>
    <p:sldId xmlns:r="http://schemas.openxmlformats.org/officeDocument/2006/relationships" id="265" r:id="R7d677b62649a4fc4"/>
    <p:sldId xmlns:r="http://schemas.openxmlformats.org/officeDocument/2006/relationships" id="266" r:id="R09d28b9ce4a64983"/>
    <p:sldId xmlns:r="http://schemas.openxmlformats.org/officeDocument/2006/relationships" id="267" r:id="R5560ff8b5c414c19"/>
    <p:sldId xmlns:r="http://schemas.openxmlformats.org/officeDocument/2006/relationships" id="268" r:id="Rdddb1f174cf3444f"/>
    <p:sldId xmlns:r="http://schemas.openxmlformats.org/officeDocument/2006/relationships" id="269" r:id="R92fd51e3ad3d4aec"/>
    <p:sldId xmlns:r="http://schemas.openxmlformats.org/officeDocument/2006/relationships" id="270" r:id="Rd0f72a23ad4f48f6"/>
    <p:sldId xmlns:r="http://schemas.openxmlformats.org/officeDocument/2006/relationships" id="271" r:id="R2e6491fefb4140b0"/>
    <p:sldId xmlns:r="http://schemas.openxmlformats.org/officeDocument/2006/relationships" id="272" r:id="R09fd2724c009401f"/>
    <p:sldId xmlns:r="http://schemas.openxmlformats.org/officeDocument/2006/relationships" id="273" r:id="Raf685359c1434dd8"/>
    <p:sldId xmlns:r="http://schemas.openxmlformats.org/officeDocument/2006/relationships" id="274" r:id="R6200239760434b36"/>
    <p:sldId xmlns:r="http://schemas.openxmlformats.org/officeDocument/2006/relationships" id="275" r:id="R715cfd50777948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ae00cc6cb344ac" /><Relationship Type="http://schemas.openxmlformats.org/officeDocument/2006/relationships/slideMaster" Target="/ppt/slideMasters/slideMaster1.xml" Id="R56888c9751e6434f" /><Relationship Type="http://schemas.openxmlformats.org/officeDocument/2006/relationships/notesMaster" Target="/ppt/notesMasters/notesMaster1.xml" Id="R6bcdc05d343b45f1" /><Relationship Type="http://schemas.openxmlformats.org/officeDocument/2006/relationships/presProps" Target="/ppt/presProps.xml" Id="Rd8a4701a2493418e" /><Relationship Type="http://schemas.openxmlformats.org/officeDocument/2006/relationships/tableStyles" Target="/ppt/tableStyles.xml" Id="Rdb441c4fe80f4363" /><Relationship Type="http://schemas.openxmlformats.org/officeDocument/2006/relationships/slide" Target="/ppt/slides/slide1.xml" Id="R3c0e7d4cb7fa4b05" /><Relationship Type="http://schemas.openxmlformats.org/officeDocument/2006/relationships/slide" Target="/ppt/slides/slide2.xml" Id="Rc781895b48ee411b" /><Relationship Type="http://schemas.openxmlformats.org/officeDocument/2006/relationships/slide" Target="/ppt/slides/slide3.xml" Id="R8fe6a64c92a74a2c" /><Relationship Type="http://schemas.openxmlformats.org/officeDocument/2006/relationships/slide" Target="/ppt/slides/slide4.xml" Id="Rd0d2f338296748ea" /><Relationship Type="http://schemas.openxmlformats.org/officeDocument/2006/relationships/slide" Target="/ppt/slides/slide5.xml" Id="R4938136caa534523" /><Relationship Type="http://schemas.openxmlformats.org/officeDocument/2006/relationships/slide" Target="/ppt/slides/slide6.xml" Id="Rd799612f22064e15" /><Relationship Type="http://schemas.openxmlformats.org/officeDocument/2006/relationships/slide" Target="/ppt/slides/slide7.xml" Id="R258cc959f1a24f58" /><Relationship Type="http://schemas.openxmlformats.org/officeDocument/2006/relationships/slide" Target="/ppt/slides/slide8.xml" Id="Rff3cb94876794c51" /><Relationship Type="http://schemas.openxmlformats.org/officeDocument/2006/relationships/slide" Target="/ppt/slides/slide9.xml" Id="Ra94125f2369e47b3" /><Relationship Type="http://schemas.openxmlformats.org/officeDocument/2006/relationships/slide" Target="/ppt/slides/slide10.xml" Id="R7d677b62649a4fc4" /><Relationship Type="http://schemas.openxmlformats.org/officeDocument/2006/relationships/slide" Target="/ppt/slides/slide11.xml" Id="R09d28b9ce4a64983" /><Relationship Type="http://schemas.openxmlformats.org/officeDocument/2006/relationships/slide" Target="/ppt/slides/slide12.xml" Id="R5560ff8b5c414c19" /><Relationship Type="http://schemas.openxmlformats.org/officeDocument/2006/relationships/slide" Target="/ppt/slides/slide13.xml" Id="Rdddb1f174cf3444f" /><Relationship Type="http://schemas.openxmlformats.org/officeDocument/2006/relationships/slide" Target="/ppt/slides/slide14.xml" Id="R92fd51e3ad3d4aec" /><Relationship Type="http://schemas.openxmlformats.org/officeDocument/2006/relationships/slide" Target="/ppt/slides/slide15.xml" Id="Rd0f72a23ad4f48f6" /><Relationship Type="http://schemas.openxmlformats.org/officeDocument/2006/relationships/slide" Target="/ppt/slides/slide16.xml" Id="R2e6491fefb4140b0" /><Relationship Type="http://schemas.openxmlformats.org/officeDocument/2006/relationships/slide" Target="/ppt/slides/slide17.xml" Id="R09fd2724c009401f" /><Relationship Type="http://schemas.openxmlformats.org/officeDocument/2006/relationships/slide" Target="/ppt/slides/slide18.xml" Id="Raf685359c1434dd8" /><Relationship Type="http://schemas.openxmlformats.org/officeDocument/2006/relationships/slide" Target="/ppt/slides/slide19.xml" Id="R6200239760434b36" /><Relationship Type="http://schemas.openxmlformats.org/officeDocument/2006/relationships/slide" Target="/ppt/slides/slide20.xml" Id="R715cfd50777948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0eb5444d904e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c066df83d4429e" /><Relationship Type="http://schemas.openxmlformats.org/officeDocument/2006/relationships/notesMaster" Target="/ppt/notesMasters/notesMaster1.xml" Id="R0abdde0107b548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4b23e6eb9c43b4" /><Relationship Type="http://schemas.openxmlformats.org/officeDocument/2006/relationships/notesMaster" Target="/ppt/notesMasters/notesMaster1.xml" Id="Re7376d153b7d40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358c5652c74054" /><Relationship Type="http://schemas.openxmlformats.org/officeDocument/2006/relationships/notesMaster" Target="/ppt/notesMasters/notesMaster1.xml" Id="R076c5c4f8cda49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9bb345e80d490e" /><Relationship Type="http://schemas.openxmlformats.org/officeDocument/2006/relationships/notesMaster" Target="/ppt/notesMasters/notesMaster1.xml" Id="R4841b1d4b21b40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40385e5df943c5" /><Relationship Type="http://schemas.openxmlformats.org/officeDocument/2006/relationships/notesMaster" Target="/ppt/notesMasters/notesMaster1.xml" Id="R7638dca45c3846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bf5a43189a4e87" /><Relationship Type="http://schemas.openxmlformats.org/officeDocument/2006/relationships/notesMaster" Target="/ppt/notesMasters/notesMaster1.xml" Id="R7db9afd4aacc4b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f9f3d60811443e" /><Relationship Type="http://schemas.openxmlformats.org/officeDocument/2006/relationships/notesMaster" Target="/ppt/notesMasters/notesMaster1.xml" Id="Re974eccc2fb547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5441aa68ae4119" /><Relationship Type="http://schemas.openxmlformats.org/officeDocument/2006/relationships/notesMaster" Target="/ppt/notesMasters/notesMaster1.xml" Id="R15cb796f2e764c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020f7e5cfe457d" /><Relationship Type="http://schemas.openxmlformats.org/officeDocument/2006/relationships/notesMaster" Target="/ppt/notesMasters/notesMaster1.xml" Id="Ra13ea325d94449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9b5905cfb54fc2" /><Relationship Type="http://schemas.openxmlformats.org/officeDocument/2006/relationships/notesMaster" Target="/ppt/notesMasters/notesMaster1.xml" Id="R036e238f17204f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7066ea43ec428b" /><Relationship Type="http://schemas.openxmlformats.org/officeDocument/2006/relationships/notesMaster" Target="/ppt/notesMasters/notesMaster1.xml" Id="R5b69523aece542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e70e69e0b34267" /><Relationship Type="http://schemas.openxmlformats.org/officeDocument/2006/relationships/notesMaster" Target="/ppt/notesMasters/notesMaster1.xml" Id="Rfdec3d09f68f4d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e32980ec4d4f40" /><Relationship Type="http://schemas.openxmlformats.org/officeDocument/2006/relationships/notesMaster" Target="/ppt/notesMasters/notesMaster1.xml" Id="R35274d36e6914a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463aa13b484ea6" /><Relationship Type="http://schemas.openxmlformats.org/officeDocument/2006/relationships/notesMaster" Target="/ppt/notesMasters/notesMaster1.xml" Id="R36f526186b7149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48e520584a440e" /><Relationship Type="http://schemas.openxmlformats.org/officeDocument/2006/relationships/notesMaster" Target="/ppt/notesMasters/notesMaster1.xml" Id="Rad0de378564846e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f288fafa8154348" /><Relationship Type="http://schemas.openxmlformats.org/officeDocument/2006/relationships/notesMaster" Target="/ppt/notesMasters/notesMaster1.xml" Id="Rf29d6ab6ad0245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c571b0b6704ee4" /><Relationship Type="http://schemas.openxmlformats.org/officeDocument/2006/relationships/notesMaster" Target="/ppt/notesMasters/notesMaster1.xml" Id="Rf7994630cef3477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05e77f2b6b14d85" /><Relationship Type="http://schemas.openxmlformats.org/officeDocument/2006/relationships/notesMaster" Target="/ppt/notesMasters/notesMaster1.xml" Id="Rb67cbe4e316143b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ee3becb59e54019" /><Relationship Type="http://schemas.openxmlformats.org/officeDocument/2006/relationships/notesMaster" Target="/ppt/notesMasters/notesMaster1.xml" Id="Ra8e9370e50c246d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a686b0e8a3b494c" /><Relationship Type="http://schemas.openxmlformats.org/officeDocument/2006/relationships/notesMaster" Target="/ppt/notesMasters/notesMaster1.xml" Id="R2c97f7f08c754f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c3dab117da48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b6f1a320e04e8a" /><Relationship Type="http://schemas.openxmlformats.org/officeDocument/2006/relationships/slideLayout" Target="/ppt/slideLayouts/slideLayout1.xml" Id="R625a6722ec9f4d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5a6722ec9f4d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cb3d1adf54ee5" /><Relationship Type="http://schemas.openxmlformats.org/officeDocument/2006/relationships/notesSlide" Target="/ppt/notesSlides/notesSlide1.xml" Id="R7360251e327c4b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8bc798ccc463a" /><Relationship Type="http://schemas.openxmlformats.org/officeDocument/2006/relationships/notesSlide" Target="/ppt/notesSlides/notesSlide2.xml" Id="R1f01a3d4b26244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622389cd64e24" /><Relationship Type="http://schemas.openxmlformats.org/officeDocument/2006/relationships/notesSlide" Target="/ppt/notesSlides/notesSlide3.xml" Id="R08b5b8bfd2ab49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2c2befc6f42fa" /><Relationship Type="http://schemas.openxmlformats.org/officeDocument/2006/relationships/notesSlide" Target="/ppt/notesSlides/notesSlide4.xml" Id="R08dc88d8b5ae42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8ca54d94f4bb3" /><Relationship Type="http://schemas.openxmlformats.org/officeDocument/2006/relationships/notesSlide" Target="/ppt/notesSlides/notesSlide5.xml" Id="R436a6b23360648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e44bd050046cf" /><Relationship Type="http://schemas.openxmlformats.org/officeDocument/2006/relationships/notesSlide" Target="/ppt/notesSlides/notesSlide6.xml" Id="R90f82179e4d24e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8f8c9cc4e405d" /><Relationship Type="http://schemas.openxmlformats.org/officeDocument/2006/relationships/notesSlide" Target="/ppt/notesSlides/notesSlide7.xml" Id="R2be32e6bdfc045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6790a601d4b25" /><Relationship Type="http://schemas.openxmlformats.org/officeDocument/2006/relationships/notesSlide" Target="/ppt/notesSlides/notesSlide8.xml" Id="R654e8d7c05eb4b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cc072c52b4507" /><Relationship Type="http://schemas.openxmlformats.org/officeDocument/2006/relationships/notesSlide" Target="/ppt/notesSlides/notesSlide9.xml" Id="R7edbc56e5b294f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86a6657e34dcd" /><Relationship Type="http://schemas.openxmlformats.org/officeDocument/2006/relationships/notesSlide" Target="/ppt/notesSlides/notesSlide10.xml" Id="R1c0542c2ce7f4b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3b6cf357d45f0" /><Relationship Type="http://schemas.openxmlformats.org/officeDocument/2006/relationships/image" Target="/ppt/media/image.png" Id="R007c00afcc7e4fe4" /><Relationship Type="http://schemas.openxmlformats.org/officeDocument/2006/relationships/notesSlide" Target="/ppt/notesSlides/notesSlide11.xml" Id="Rcabc2f0b8eaf47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ce8fcd9f8421c" /><Relationship Type="http://schemas.openxmlformats.org/officeDocument/2006/relationships/image" Target="/ppt/media/image2.png" Id="R50657857737d441c" /><Relationship Type="http://schemas.openxmlformats.org/officeDocument/2006/relationships/notesSlide" Target="/ppt/notesSlides/notesSlide12.xml" Id="R170e98afc09742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37482b0574839" /><Relationship Type="http://schemas.openxmlformats.org/officeDocument/2006/relationships/image" Target="/ppt/media/image3.png" Id="R0643d92881294e9e" /><Relationship Type="http://schemas.openxmlformats.org/officeDocument/2006/relationships/notesSlide" Target="/ppt/notesSlides/notesSlide13.xml" Id="R38350b2ef6804f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d50d9a4754357" /><Relationship Type="http://schemas.openxmlformats.org/officeDocument/2006/relationships/notesSlide" Target="/ppt/notesSlides/notesSlide14.xml" Id="Rcfd1dbc41185468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b74d6ef3e4a67" /><Relationship Type="http://schemas.openxmlformats.org/officeDocument/2006/relationships/notesSlide" Target="/ppt/notesSlides/notesSlide15.xml" Id="R6157f17b038749d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7103205af4e74" /><Relationship Type="http://schemas.openxmlformats.org/officeDocument/2006/relationships/notesSlide" Target="/ppt/notesSlides/notesSlide16.xml" Id="R94e32527e8334b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ab890f6674ecc" /><Relationship Type="http://schemas.openxmlformats.org/officeDocument/2006/relationships/notesSlide" Target="/ppt/notesSlides/notesSlide17.xml" Id="R238f24bcfee6497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e1e5e14b743f0" /><Relationship Type="http://schemas.openxmlformats.org/officeDocument/2006/relationships/notesSlide" Target="/ppt/notesSlides/notesSlide18.xml" Id="R7c14445479e4448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04a3169dc4041" /><Relationship Type="http://schemas.openxmlformats.org/officeDocument/2006/relationships/notesSlide" Target="/ppt/notesSlides/notesSlide19.xml" Id="Rf74fcf8be3704fb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84bdf980644e1" /><Relationship Type="http://schemas.openxmlformats.org/officeDocument/2006/relationships/notesSlide" Target="/ppt/notesSlides/notesSlide20.xml" Id="R2732208298a84b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FAC7A-C02C-4FBF-A85A-E349D5B9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679DC-6A88-4667-A6A3-12CA3B27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LAB211 · NHÓM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C9BAE-F949-4E2E-B147-247F949C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695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ĐỒNG THỜI TRÊN 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F3B99-D95E-475D-B7D5-7BE7346E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8600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Race condition nào làm âm kho — và cơ chế nào an toàn mà vẫn giữ throughput?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7BFC9-7827-4717-8835-922DA899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3028950" cy="40957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BCC31-093C-4963-BBA8-51EB78D6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19225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FULL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EXPERIMENT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FBD17-7FFE-4E01-8617-6E3896DB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81275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E1F70-968F-4544-97A7-5C775769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0D5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0D5DD"/>
                </a:solidFill>
                <a:latin typeface="Helvetica Neue"/>
                <a:ea typeface="Helvetica Neue"/>
                <a:cs typeface="Helvetica Neue"/>
              </a:rPr>
              <a:t>threads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C9DFE-47D5-4869-86DF-CB3F1DB5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76675"/>
            <a:ext cx="2419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 ×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F2532-497C-4D9E-AF07-4146E24E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196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5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0D5DD"/>
                </a:solidFill>
                <a:latin typeface="Helvetica Neue"/>
                <a:ea typeface="Helvetica Neue"/>
                <a:cs typeface="Helvetica Neue"/>
              </a:rPr>
              <a:t>cơ chế × lần lặp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81ABD-3018-4A9A-8211-E4418AC6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57650"/>
            <a:ext cx="2266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A381E-4687-42C8-AEB5-54F5AF53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1148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KẾT QUẢ THỰC NGHIỆM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8DA78-C662-43D9-8537-F2F4DE33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196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FSI-00167 · limitedQty = 96 · 21/07/2026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B774A-6577-42E1-B33A-ED36B227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482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Báo cáo Word 26 trang · Bộ slide 20 trang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261AA-F8CD-4ACB-AF34-922E258E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081280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71BFF9-6317-477B-BD5F-E33E00A0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FA90C-62C9-489D-A790-8ACAF28C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4E38C-6927-42A9-A153-FC31B3D4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1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Câu hỏi lớn — câu trả lời ngắn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E1F52-CCE6-446E-A840-29557733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LAB211 · CSV CONCURRENCY 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2BF9E-99D0-4913-9650-131BB1B9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E13D5-8817-46F5-8710-D653F01F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11410950" cy="168592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8A33A-FBF0-421A-88AB-7061E979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14550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“Khi 1.000 luồng cùng cập nhật một file CSV, race condition nào xảy ra và cách nào ngăn âm kho mà throughput không giảm quá 30%?”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93AF2-17BB-4877-80C4-F72E61C7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14775"/>
            <a:ext cx="26479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B5B03-BF6F-47AB-B666-59AFA2F9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7670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Lost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7A8C3-4DBC-4425-ACEC-1CBF2A1C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6386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Race condition chính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09358-0B0B-48B8-8C24-792C487F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914775"/>
            <a:ext cx="26479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0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6E74A-6D3F-4D7E-B384-B9202A49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07670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3/4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76922-4A4C-4C17-B66E-0BED8B05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6386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Cơ chế đạt tiêu chí hẹp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E9484-CFEE-48D2-9268-15870E1E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914775"/>
            <a:ext cx="26479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4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76131-1BCD-4552-A189-8C8F1FCF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7670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rPr>
              <a:t>−20.3%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06184-ECD2-43ED-8297-C89ED004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6386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OPTIMISTIC so với baseline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DFD39D-E63C-4446-9773-BF596B72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914775"/>
            <a:ext cx="27813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CA02BD-C0D7-42B6-9C33-5BC3536C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7670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SYNC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EFBB3D-C8F5-4107-9509-525ACB86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3867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Khuyến nghị triển khai</a:t>
            </a:r>
          </a:p>
        </p:txBody>
      </p:sp>
    </p:spTree>
    <p:extLst>
      <p:ext uri="{BB962C8B-B14F-4D97-AF65-F5344CB8AC3E}">
        <p14:creationId xmlns:p14="http://schemas.microsoft.com/office/powerpoint/2010/main" val="17445747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DAA731-40D9-477D-937A-5520B137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E2EA9-BDB5-49C4-95E5-B9D72897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A5356-1B95-4428-84AC-B2A1308B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1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Âm kho có thể bị che giấu bởi dữ liệu cuối 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6AE56-E942-4EAA-BCAC-1D156627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57300"/>
            <a:ext cx="1141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NO_LOCK không ghi số âm, nhưng vẫn chấp nhận nhiều đơn hơn kho cho phép.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2A301-F886-4797-9E1C-DD489977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LAB211 · CSV CONCURRENCY EXPERIMENT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7991F-FEE5-485E-B3C7-A250E8E6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AF7BA-EC71-4C15-99F9-5598ACA2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62150"/>
            <a:ext cx="2571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902C3-B73D-414F-933D-A8FDEEAB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124075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1,000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8817A-282D-4310-99AE-4D1234FD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6860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Đơn được báo thành công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E5725-1FBA-4E13-B5BB-8838A4B6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62150"/>
            <a:ext cx="2571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96B48-D418-4DBF-896A-ACBB5D05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24075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75ED5-7030-4AB6-80AF-D019B924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6860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soldQty cuối 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2EBAF-D312-4A58-874C-47A3D7E0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962150"/>
            <a:ext cx="2571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AE2A0-A374-495B-AC37-F0BDB696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24075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999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6B65A-5D94-49E0-9A01-5F4C11E7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6860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Cập nhật bị mất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D2230-B9CB-4E0C-A740-5A8D55E1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962150"/>
            <a:ext cx="3009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02614-92B4-4966-A53F-B6853CEE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1240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−904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E2A48A-23D8-48FA-8467-0E697978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860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Tồn kho logic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9553DE-1E57-444D-88E4-68AF8EED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81400"/>
            <a:ext cx="1141095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4F5E4-A0AD-4A3F-8B30-FB2A01B7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052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Vì sao?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0A1F74-603E-40F7-9600-29D5A505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95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D9BDC5-3B28-4D11-AB7E-633DA978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0075"/>
            <a:ext cx="1010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Nhiều luồng cùng đọc soldQty = 0.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7E79B5-B5AA-41AA-8677-8BBE2C1F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53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7E8956-605E-4624-B42D-353E581C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67275"/>
            <a:ext cx="1010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Mỗi luồng tự tính 1 và ghi đè kết quả của luồng khác.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E938A9-2B53-4412-BF0A-5338CA55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2831D3-AE69-4F32-B266-C9F1C35A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24475"/>
            <a:ext cx="1010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Kiểm tra âm kho chỉ dựa vào giá trị cuối file sẽ cho kết luận sai.</a:t>
            </a:r>
          </a:p>
        </p:txBody>
      </p:sp>
    </p:spTree>
    <p:extLst>
      <p:ext uri="{BB962C8B-B14F-4D97-AF65-F5344CB8AC3E}">
        <p14:creationId xmlns:p14="http://schemas.microsoft.com/office/powerpoint/2010/main" val="7252985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3DB8C1-0FFE-4C9D-A991-B6998F74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8D26F-4740-44C2-A875-74BED18D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SYSTEM UNDER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759AE-5A40-473B-9F19-BBD07B0F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1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Đường đi của một giao dịch trên hệ thống 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40D10-65B1-4FB1-953B-B35A0654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LAB211 · CSV CONCURRENCY 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65F5D-6A95-4CA1-8FA3-1AD09D4C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2C77A-5F2A-4BAC-9787-A8327530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33625"/>
            <a:ext cx="2000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70C74-3083-4175-9BCB-24F40489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533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6C287-22DE-4D17-9D56-9504BF16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96227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1.000 thread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AC38F-D251-4510-A422-A9359CF5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45757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Mỗi thread mua 1 sản phẩm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87BFC-77C2-4920-A539-A1BE718E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16230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5884B-E685-4A81-851B-31B751BE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0384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F9373-9876-4B21-86A5-83B37485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33625"/>
            <a:ext cx="2000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72538-A568-4D93-B65E-EE279A2E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33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DB4CF-E999-4EA9-868C-5EB83B89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6227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SimulatorService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50822-1509-4513-88D8-7749FFA2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5757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Chọn cơ chế đồng bộ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D0520D-0F8E-4C52-A7BE-B927BF79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6230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D9830-782B-4F3F-B65E-75EB9B9F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384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40BA20-0A3D-4AAC-8A59-414A72C4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33625"/>
            <a:ext cx="2000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57FFB2-52B7-42AC-981B-79551488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33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CCA79E-ACF9-4C37-B0CF-1E98BD5A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96227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Transaction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8127A2-AEC4-4A83-BDAE-58C25BBA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5757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Đọc → kiểm tra → cập nhật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74416A-A7C2-4821-A586-7B9034AD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6230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0A9A96-2740-4187-BF0E-769A4F65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0384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78B9EA-096E-4117-B9EA-EBB3049C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33625"/>
            <a:ext cx="2000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9E274F-F7E5-41C4-A097-4A508933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33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7D6B48-CE73-4303-8F7E-8E03DFF6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6227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flash_items.csv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EE5A42-B6CA-43A3-97BE-ED613EA0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5757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soldQty + version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EBE41D-04B5-401B-81B9-2936B405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6230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F22378-F7CB-4EAE-8DBD-EB72986A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384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FCD44D-F0E7-47F5-9B4D-B329ADBF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333625"/>
            <a:ext cx="2000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721490-35E6-454E-BE37-1D917638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533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E170BC-1B7E-46A8-9284-25C6EDD4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96227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Kết quả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AE8F79-D85F-4E6F-9B43-BBA314CA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45757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OK / Fail / TPS / integrity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09F3D2-D459-479C-ABB0-BC936934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14875"/>
            <a:ext cx="1141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Hotspot duy nhất: FSI-00167 · limitedQty = 96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8E917D-ED22-4DC6-823D-00B40D7D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76850"/>
            <a:ext cx="1141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Mỗi lần lặp chạy trong JVM mới và trên bản sao CSV riêng; dữ liệu gốc không bị sửa.</a:t>
            </a:r>
          </a:p>
        </p:txBody>
      </p:sp>
    </p:spTree>
    <p:extLst>
      <p:ext uri="{BB962C8B-B14F-4D97-AF65-F5344CB8AC3E}">
        <p14:creationId xmlns:p14="http://schemas.microsoft.com/office/powerpoint/2010/main" val="18308787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05B458-9A5E-45D8-B332-45931951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C58F8-AFDD-4F73-A7D1-12015696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INDEPENDENT VARIABLE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9C3A8-FF08-4F38-B7CE-FB126880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1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Bốn cơ chế được đặt trong cùng một workload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E829E-4C4B-4532-8FB9-79704367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LAB211 · CSV CONCURRENCY 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A9B79-2022-4092-B206-3981DA77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13E4F-3F74-4C84-B176-B5DA0494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52650"/>
            <a:ext cx="2647950" cy="274320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07C12-F6DE-4109-AD5A-DB7421F4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52650"/>
            <a:ext cx="2647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04FBD-800D-4911-B2B8-F2D8C002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765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NO_LOCK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81172-98E6-4F08-B196-2CC1FE8D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0515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Không vùng tới hạn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BD675-9E06-431C-80A2-3128C1AD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05250"/>
            <a:ext cx="2266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Đối chứng âm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B69AD-987B-4215-9EBB-47F9F097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00550"/>
            <a:ext cx="2266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37BCB-E853-4902-875E-41EEFEAC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577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UNSAFE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A925F-D75B-4914-AB70-1C75406D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152650"/>
            <a:ext cx="2647950" cy="274320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E659C8-0F5D-45FF-97C7-45933903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152650"/>
            <a:ext cx="2647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3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F2BA3-7D85-47BB-94AB-5186D20B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4765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FILE_LOCK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69693-5020-4773-A873-CFFB7E65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10515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Khóa file hệ điều hành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2A641-19CF-4AC7-B30A-7C1E6167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905250"/>
            <a:ext cx="2266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Khóa ngoài JVM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FBEE0A-B1F6-4FBA-AB16-C82276CD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400550"/>
            <a:ext cx="2266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7DD7A-E18F-4FA1-921D-0F8F9A7C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4577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CANDIDATE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7A3FE0-7159-4193-9DB8-C1EEF575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52650"/>
            <a:ext cx="2647950" cy="274320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7DF8A-100E-4054-AB88-B711A2EA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52650"/>
            <a:ext cx="2647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DEC546-F1BE-4F7B-A039-27E3FBC1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SYNCHRONIZED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D18000-1875-438F-954A-58459412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0515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Monitor trong JVM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E026F2-997E-4919-8AF9-05F37A9C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05250"/>
            <a:ext cx="2266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Baseline an toàn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037BC8-3C21-49E6-BCE5-F1E717BF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00550"/>
            <a:ext cx="2266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72D04D-4507-46BA-93B0-55212873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577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CANDIDATE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07A750-12C8-42C6-BF66-4CB9BE36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152650"/>
            <a:ext cx="2647950" cy="274320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B2B4D1-5D52-4ED1-84DA-E44AFA74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152650"/>
            <a:ext cx="2647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A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DAC2E-6778-4831-8ABE-98AEA4B6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4765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rPr>
              <a:t>OPTIMISTIC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80A16C-0CF2-4E71-8357-C1E4EEC7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0515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Kiểm tra version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51652F-0139-492C-8A6F-D2086137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905250"/>
            <a:ext cx="2266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Phát hiện xung đột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E7511C-47CA-42EB-BE81-69CC8739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400550"/>
            <a:ext cx="2266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456022-E8B1-49CE-92C7-53946F42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4577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rPr>
              <a:t>CANDIDATE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8B6FB3-D0D4-4086-B5AC-643B040E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72100"/>
            <a:ext cx="1141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NO_LOCK dùng để bộc lộ race condition — không dùng làm baseline hiệu năng cho câu hỏi an toàn.</a:t>
            </a:r>
          </a:p>
        </p:txBody>
      </p:sp>
    </p:spTree>
    <p:extLst>
      <p:ext uri="{BB962C8B-B14F-4D97-AF65-F5344CB8AC3E}">
        <p14:creationId xmlns:p14="http://schemas.microsoft.com/office/powerpoint/2010/main" val="15756329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35475E-F643-426D-8867-DFF122FD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33683-5D1F-4439-8E86-3C34311F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HYPOTHESES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8170B-C216-422F-A548-ECE067A3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1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Giả thuyết trước khi chạy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96C19-AA91-442B-9623-1CF67446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LAB211 · CSV CONCURRENCY 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F998B-0704-4113-8508-E5EA4BAB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695FB-70A4-497C-9FE9-CF479DEE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33575"/>
            <a:ext cx="685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4A3FA-B4A6-4B63-9031-34C7609E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9907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H1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8E288-D94E-43D6-BDDA-3FF74213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82880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NO_LOCK sẽ có lost update và âm kho logic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2EE82-FCB4-4FCB-960E-E9A2705E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14525"/>
            <a:ext cx="2962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Kỳ vọng: FAIL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67E8C-15BC-400B-AB70-22E4A928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4574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622E0-60A8-45CB-ABF1-030C461E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14650"/>
            <a:ext cx="685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FBCEB-7C40-4589-849C-EF80C587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9718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H2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223076-967D-4B24-A203-B5C9F956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8098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 cơ chế có đồng bộ sẽ giữ toàn vẹn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B225A-DDAC-43F8-BF23-8411BA78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95600"/>
            <a:ext cx="2962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Kỳ vọng: 0% âm kho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D368B-4026-4045-9E8C-E935574A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4385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BC4D26-E5BB-4887-B285-E51CB871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95725"/>
            <a:ext cx="685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45B74A-E5ED-49BA-BAF9-3AAF5D62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5287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H3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DF8A4-DD20-46BA-88F5-EC693F80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7909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OPTIMISTIC giảm throughput khi hotspot cực cao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60160-1B57-480C-A192-E6F6C7AF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76675"/>
            <a:ext cx="2962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Kỳ vọng: retry nhiều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56607-FDF6-44F2-B126-4D420A46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4196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4FD93-262F-4300-AA63-EAB9D182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76800"/>
            <a:ext cx="685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719E66-CA6B-4278-8924-99220BEE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933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H4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BD922F-4E34-49D0-ACB8-11F942CE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77202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FILE_LOCK có thể không phù hợp nhiều thread cùng JVM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B28368-E610-41E6-A1E4-635A3430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57750"/>
            <a:ext cx="2962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Kỳ vọng: fail-fast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D029D1-51FD-4749-A3BB-07E866CE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4006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00259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2E6F4F-30E1-48BF-97B5-52F899B1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804C1-2665-453F-83AC-EEC944F5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EXPERIMENTAL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BD000-6F46-445B-82AA-620B82B8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1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Thiết kế full experiment: 1.000 × 4 ×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FBC78-77E7-430F-8D93-67A3B079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57300"/>
            <a:ext cx="1141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Tổng cộng 12 quan sát độc lập.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4D6C8-CA50-4566-8694-89696D1D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LAB211 · CSV CONCURRENCY EXPERIMENT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8AF13-E78A-468F-94A4-1A817914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DAC29-12CD-40F5-BDF3-1A3B618A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26479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83F76-1E58-412D-9707-2FE89191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11455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1,000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316E5-FBB3-48CD-A7B8-7A82253F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6765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Platform threads /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65622-8119-4840-81F7-C2292461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52625"/>
            <a:ext cx="26479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0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E5E0B-BF90-407A-B943-46DAD930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1455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7098A-3C5B-43D6-AD93-56EF90D8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765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Cơ chế đồng bộ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113AE-B6EB-4D9C-AE01-38573EE8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52625"/>
            <a:ext cx="26479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4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D05E9-72F7-4489-8DFC-EBE0A769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1455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B23B5-DF32-4878-9150-87A718A8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765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Lần lặp / cơ chế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BF181-B6D3-4E7E-A4AA-898842B4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52625"/>
            <a:ext cx="27813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97110-5CD7-44A6-9D74-F93C862C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1455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B7851-183F-4DBA-A4C6-6F6B1741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Tổng số phép đo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B6D115-2B97-40E8-B706-F86F367D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67125"/>
            <a:ext cx="114109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1E7D9B-B957-4689-A9BE-3F384599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86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F82EA-F74F-4D7A-92FC-A5C0A558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0296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Mỗi thread đặt quantity = 1 trên cùng FSI-00167.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6C7D03-5A10-479C-B968-10A44B03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43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FE4AFF-51A5-4160-8F0A-0EF46460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10296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Mỗi lần lặp dùng JVM mới; heap 256–1536 MB; stack 256 KB.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3FE208-E59A-4BB4-B53B-2E79D1A5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00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BE8D49-8BD8-45A5-8A92-BC694A22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10296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Mỗi cơ chế bắt đầu từ cùng limitedQty = 96 và soldQty = 0.</a:t>
            </a:r>
          </a:p>
        </p:txBody>
      </p:sp>
    </p:spTree>
    <p:extLst>
      <p:ext uri="{BB962C8B-B14F-4D97-AF65-F5344CB8AC3E}">
        <p14:creationId xmlns:p14="http://schemas.microsoft.com/office/powerpoint/2010/main" val="2572383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AC7944-6750-4672-8F4D-4F3F1B18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F5C5C-5DF2-4783-B6CC-8989F3E6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DECISION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45A1C-1329-48A1-B7E0-971C84A0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1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Metric và ngưỡng trả lời Research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FB329-0CDD-47BC-8107-8627058F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LAB211 · CSV CONCURRENCY 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1CE79-89BA-4C56-94A5-CBBAEAFE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EE703-6926-4DEC-9497-1A9B9CEC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5619750" cy="3648075"/>
          </a:xfrm>
          <a:prstGeom xmlns:a="http://schemas.openxmlformats.org/drawingml/2006/main" prst="roundRect">
            <a:avLst>
              <a:gd name="adj" fmla="val 313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B894A-9B11-4772-BC62-CFC2CCE4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859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Metric đo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6F08C-E37A-4603-AEBC-48105C47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33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BA859-3054-424A-A033-CE3CF15B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772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TPS = success / total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6249D-921A-4B66-88BB-27DA905F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19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7A9B3-2BFF-4687-9726-AE5BEE41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4772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Âm kho logic = max(0, success − 96)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D1062-4D1B-409C-95CB-DADDB8A3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05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0621E-2BF5-4C6E-B84B-A9F7C717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4772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Lost update = success − finalSoldQty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1F74A-DE69-4BFB-8C51-2F3127FB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91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06F69-FCF1-4980-A061-73269DC1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5275"/>
            <a:ext cx="4772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Utilization = finalSoldQty / 96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4C9F5-3ACA-434E-ACB3-C5E6D856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76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94917D-C57C-4E61-BAC8-147867DF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4772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Trung bình ± độ lệch chuẩn, n =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AC795-29EF-4A44-A35E-4CC46E04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5534025" cy="3648075"/>
          </a:xfrm>
          <a:prstGeom xmlns:a="http://schemas.openxmlformats.org/drawingml/2006/main" prst="roundRect">
            <a:avLst>
              <a:gd name="adj" fmla="val 31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BEFABD-E373-4267-9468-8AC69374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924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Một cơ chế PASS khi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360D6-0C8B-4F13-A61B-3E38D331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71775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889D89-FF97-4223-B437-FE6F9BE6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7241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Âm kho = 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AACFED-2C31-4E2F-952E-925E584D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4330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85B7EC-365E-4F8C-8BD3-17412D53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4956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Vi phạm nhất quán = 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C12186-E75F-4A80-B897-CA0660B7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14825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BF0B39-31F0-4CD0-91E6-5FE02884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2672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TPS giảm ≤ 30% so với SYNC</a:t>
            </a:r>
          </a:p>
        </p:txBody>
      </p:sp>
    </p:spTree>
    <p:extLst>
      <p:ext uri="{BB962C8B-B14F-4D97-AF65-F5344CB8AC3E}">
        <p14:creationId xmlns:p14="http://schemas.microsoft.com/office/powerpoint/2010/main" val="12386898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97101502-0BF4-4617-ACBF-52053FF7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286D6-6982-4A45-AC3F-F9052F21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66B36-8CEA-4C9C-8C1E-4239E93A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1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Dữ liệu thô của 12 lượt chạy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AFCB6-A3E2-447B-A8CB-017145C3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57300"/>
            <a:ext cx="1141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OK/Sold/Lost là số lượng; Time tính bằng ms; TPS là transaction/second.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4044C-203A-469A-93C6-A353159C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LAB211 · CSV CONCURRENCY EXPERIMENT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D299A-B623-4808-AAC6-07E08F12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D424E-68AA-4505-A4D8-499AD587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716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F3AD6-4AF6-42A4-AF3B-AE7445CD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Lần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E6373-668E-4A93-B2E1-D6AFFEFC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7716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FC9F3-9A39-4C3A-AB00-5F48F926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383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Cơ chế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987C6-1A06-4D6E-BF70-BBBBFEBC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7716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AAA9A-C41D-4D30-9ED1-2F13A3C2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383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C6745-888A-4D29-9B97-2BE317A8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7716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AA013-C77B-453C-816E-BF37600B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383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30EEE-67D2-452E-8473-E58C6795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716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C059B-0D84-4506-8FD6-A89412F3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383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F4C675-8C4E-4017-8584-A12D76AB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716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FC09C6-FD3A-4CB6-8627-8E7464C1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383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EAB39A-6B39-4012-935A-F12BDF8A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716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5F434C-ACCC-481A-9552-7EE4901E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383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B658EC-2CB7-4BC4-89C7-D4DC9C9D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716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BAE364-B425-43E4-A6A6-7A2C7FBE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3832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Âm kho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861F0B-6C45-4109-AFBC-E16D7804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955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0F6459-6144-4BCF-8E92-D9C7D388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621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7EFAED-54AB-4519-A051-9B8D8E1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0955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BA59A8-21E2-4B3E-ACB6-4479CC07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621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NO_LOCK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B720AE-89BE-49A1-ABD2-5CA5BC52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955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8677C8-8435-4EE7-A909-774A5247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621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1000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0B2723-5121-47DA-83B5-4B73BF4A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955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7AA707-C3CF-4D7D-9BA2-3AC19235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621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906DA1-F6C2-426A-B442-35D523F8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955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D2A401-6F77-4A88-8D75-F6604A0D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621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999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E246A7-5A64-49F5-83E5-47DFE339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955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57EE41-3971-4B26-8D50-195A4B66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621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896.7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DE0360-F72E-4558-A075-14021B1A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EB5071-4726-404C-ADCC-6A03C7B3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621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1115.2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676389-6BB8-47C2-8E9D-46F8D55A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955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55B431-C346-47EF-BF01-B13F449C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6217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90.4%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213E80-C976-47B5-A78D-5E289431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193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DC54BE-0019-4B6E-B3A9-E27143ED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8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23E055-BAA6-41B1-B9DB-91700823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193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FE7E5D-75E1-4F73-B4EF-5CF27540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860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FILE_LOCK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F90898-219C-46BD-8A07-381E74B5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193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E090F9-C40B-4E31-947C-B20129BC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860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34D7B2-22DB-4849-ADFE-D5618FD5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193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F27E79-7817-44A3-ACD5-7B6413AA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860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05E7B5-EC9D-44C6-A77C-44962AF6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193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709499-BF89-44D3-938A-92F62D70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860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DA1FFF-412A-4CEB-BFD4-88C83FBF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193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8D100A-7778-47D2-8A23-640E5EE6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860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381.9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B1467D-8A97-43DA-B9B2-2B464C9F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193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776ED4-0DB9-4B0E-8E0A-BA4C8D83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860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112.6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A3CC9D-752C-4816-BBED-2F3BC936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193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E806CB-6EF5-4C0B-A4B4-D1AC34BC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8602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1798B5-8C7B-42B2-952E-8B43587E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432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1B4D418-CE71-4797-B21B-5EEEF91B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98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905E745-32BD-49F6-9F8E-B273769A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84CB09-0099-4BE9-8990-763BA6BA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9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SYNCHRONIZED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90D4F6A-96FB-45E6-8B7C-529109AB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432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718C2D0-4B7C-4B87-A195-122CC324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098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96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6AF864D-FC24-4477-B93B-1EF0281B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432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F41C49-ED00-42EA-994E-B7EF5538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98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CD2DE3-DBE7-46BB-BD90-8B7D2D26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432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FA2E788-ABD0-42E1-A8DB-81E1F093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098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753A181-F187-47AD-BA45-BC882525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432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D3660EB-F8D4-4626-86E2-A302FE30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98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1853.7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154FD3E-417B-4332-87C3-EDABFB74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432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FB4E2C-6310-4D02-9590-E5E21422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98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51.8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1212212-CBEC-4113-B496-C9E1F9ED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432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11709CC-2A88-4A16-8FA1-0F18FC5C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0987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D13E7B9-3B9B-42EB-A719-72C5FCD4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670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B4A1404-09C5-4503-9406-8EBC4799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41D5007-C415-4A84-9F40-EF333BEE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670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A721C4B-8774-4F62-80B0-50CFA12A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337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rPr>
              <a:t>OPTIMISTIC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214AB37-8309-4185-9C6B-290BF92A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670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7368D79-C9BB-4B7C-92E2-11B09DF9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337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96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B4DF210-2CC0-43E1-B598-94568E86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670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6006A48-2629-4511-BF39-4B7B56B7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337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96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3ADC5D3-82FD-4243-8A5C-11F2D9C9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670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2A263B6-8849-456E-8924-B71882ED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337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06C1BB0-30DC-4C16-8595-B8350BD4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670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8F95BA0-4DAA-4A22-A57E-2F109151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337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2199.8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B7A9D47-E891-4B43-ACDC-9809C914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670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F76F572-0796-428F-BB89-066841CF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337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43.6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7752D04-E9B5-42F6-A5FA-E61D2E11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670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39C66EC-DA99-4766-B9C6-B8C90418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3372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0%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571A7E0-9681-4386-B26A-AAB96534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909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49D0148-D061-4A89-9AB0-2486F701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57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6E07406-CCF9-431B-8CAB-56C999E4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909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39C91D3-594F-4068-8261-AFE1B7ED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575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NO_LOCK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EE9904D-7B30-4E18-B749-BE02C1BD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909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5239A0F-C63C-447D-ADD0-48B33752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575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1000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F484B17-9E05-4595-913C-05C84E30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909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8115800-DCD7-4191-A709-23B486FF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575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3984171-782C-4560-83CA-A724E509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909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8E7710E-57F4-4F1C-8421-0DE317B3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575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999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9BE4498-B813-47FC-9CBB-6B63BC67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909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F3EA557-C7AF-4D8E-ACCF-B013F5AF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575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526.9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F72D103-7C56-428D-95EF-93D057D8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909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69DE7DA-0AD2-4C8D-91AE-E8BE42DD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575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1898.0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A3BFD74-17F8-459B-A69C-63C487B1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3909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C6D02A3-505E-4F59-BEDB-A52D1E22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5757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90.4%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B564DFA-C254-4C3E-B6EF-3F3696E5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49FBA57-D918-40CF-810F-F074E491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814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47C13E6-A2DD-47A4-BAE5-D58E66DC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147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47275C6-5E23-4947-88F5-9A2F1563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814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FILE_LOCK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07576FA-34A4-4241-A524-73852DEA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147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C093A0B-09C2-4E44-8BB0-5268EF0A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814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73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FB3E418-0F56-4A96-B059-A17505B3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7147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A453209-1B93-4373-BEC4-0A2E66CE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814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6370558-5F3E-418E-99BD-97AB374E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42B4A6A-1694-4163-9520-728A8065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814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B7E72E8-86F7-4829-A5CF-59BFE30D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147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8089FD8-A2B1-498F-B698-0D954FAA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814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360.6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634238E-F8FE-4DF3-8456-00B73FED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147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23DEBE0-7B80-44B4-A471-2578F34A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814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202.4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29325A4-952A-4B10-AD3E-B6CD7D3E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14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B4EDCA8-7172-43ED-BD63-0A48A788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8142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0%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71417ED-954C-4493-B5F2-59BD689F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386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F738104-4CF1-4071-BAAA-79CEF36E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D29C4A9-5546-4C5C-A987-59B91D6F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386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5E867EE-D2C7-4C2A-B9AF-D73CBB5B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052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SYNCHRONIZED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362B4BE-F2B6-441A-8709-E8E5973B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386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87BD38B-1627-4C4E-BE1D-1D6704AC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052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96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9502BC2-3F10-4463-B9EA-FCC8D1F5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386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3440B6B-0582-4AD5-98CE-3FE5466E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052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B0720E4-2D12-4B07-9235-6483DD23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386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DD19BAC-D015-4083-83B1-5C0A1C56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052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2B2C126-C13B-44EB-B329-79A932AA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386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0A6EE8E-805A-4246-ACEF-E054B857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052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1762.7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44C616D-A408-4218-BF0A-8DCBDB5D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386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4520535-9CE2-4334-93B9-271D7ACC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052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54.5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32D4BDB-17DB-4168-9DFB-56933702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386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E6B8712-4971-4064-A453-E9C08D0F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0527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0%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7B6F5FE-CCE3-4A0A-8154-9DD5F0D8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624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FC8D0C9-70DD-4060-ADB9-D809866E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29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C6FCA4D-2828-471C-8020-1F7E5816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624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78A2BB8-EC5F-4D65-BC4A-F9DF64DA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29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rPr>
              <a:t>OPTIMISTIC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67474CD-3F39-4293-BCEC-90B7766E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624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16F8B0A-5A5E-45EB-BCDD-B8AA7D64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291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96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B78E966-B8DE-46FC-B8FF-6A1E264C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624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4338C86-C218-4967-A0F4-89C1E433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291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96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2661073-C13D-47BB-B3DF-97683768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3624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BE69383-5A0A-4154-8F95-C50ABA8C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291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2DBA362-4E03-4E3D-BF4A-D0B5B189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624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570EF7D-8347-4108-BF63-2CFE226A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291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2170.4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BA2BC1C-B5D8-40E6-8771-8A29C56F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3624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881A1B1-90E6-48D7-8CB5-1C4B217C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291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44.2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DD1619C-5ACB-46AF-9C19-FE45FC59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62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7399BA0-B7B9-445E-A6E0-93C663F3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2912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0%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86FA6C6-3218-42E3-B4F8-44C3F4DC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863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EE5263E-FD0B-4C48-A8BD-B58052F8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29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46F3D88-B9B6-47C3-B099-44E34847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6863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9B695B3-37A9-4938-AB32-72096C35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529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NO_LOCK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01867739-F17A-42A3-93F2-A02B3119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863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700EB54-693E-455A-809C-7A5A8969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529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1000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87E5ECD-5A28-4C74-BFC5-AFCE7F14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863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59A3550-F115-4314-BAE3-B8778B58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529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E843E2B-B47F-4F48-96E8-5B2D55E9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6863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92E9929-A7EC-497F-9377-D871BDFF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7529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999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8CFF49B-0BD8-4907-9C08-7C155037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863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FE6C573-7AE9-49AD-8F00-0687A431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529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941.9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8889C55-43BF-4343-B48B-144F173F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863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4897000-665D-49CA-87C5-12067E7E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529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1061.7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B1C50D7-01E4-4480-9C9B-B151B54B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86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A8F3DFC-8546-4C14-9ECB-7FEF6C43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5297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90.4%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6152E00-2860-4FC2-A125-D7A15FE1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101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73467FC4-F857-48F0-B515-AF76D223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768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6F18943-BA9C-4223-AA6C-2C6FB066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0101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10DA8664-B9FE-487A-B982-CEAB235B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76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FILE_LOCK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6B13E693-DD4E-48AF-8302-D533D296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0101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309D47C-2BE4-4C76-B698-52006FEA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768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59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9A5C1302-3C16-4871-BD6E-8B0D2768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0101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468D557-C808-4E24-8F7E-9EE82545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768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59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5593F12-9CB3-4485-B6AC-743D8AD5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0101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EC978F7-B749-417C-A398-F051CD84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0768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A6B67FC-6D68-41BB-8827-61D51400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101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3E409AA-3876-4427-A0CA-0E574A0C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768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352.6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69BCE8C4-7BA2-465B-ACE5-42CC4DEA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0101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CF449369-51E2-4E4B-A1BF-E95BFB23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768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167.3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A2B94C21-CED1-4FF7-975E-D9151E1A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010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0E612E7-E6DB-44C9-B12C-1404B5EE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7682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0%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BB36C109-D23A-49AF-BDF2-ED0C1827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340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3E3CA64-AC53-48E8-9C92-21DE3C70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006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D3191901-BC3C-4364-A566-1E6370AF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3340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1F792A5F-4166-4E4D-A189-B4B9E8FB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006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SYNCHRONIZED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E06E321-7EAA-425A-9496-9CAD4795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3340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AE4508FC-7007-4496-B100-4F8AB0D8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4006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96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2767ACA8-7CC4-4946-8B5D-09BE4563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3340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8A4D6662-A435-43C7-8D30-E9175E65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006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96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57DFB4EF-F3E4-439C-92F0-4B8F03FD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3340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3512B44C-542F-42C3-B47C-32865820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4006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E04D7071-9B6D-4C51-91C0-AFB44BC0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3340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2812DDA-ADF1-4967-9781-139A49B7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006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2210.7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B965487B-8C8B-42F0-96E2-CB495B15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3340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CE808967-763F-43A0-95CE-FEC72BC5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4006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43.4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FC345460-AB17-43B5-8CBA-5BDC350B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3340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3747DE4F-F282-49EC-BF39-671F2D85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40067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0%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B7E555C9-C362-4E2C-921E-E87C5E50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578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5A245B5C-4C5F-4070-B0D0-93AF0F72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245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D33ADB1-60CF-4EC0-AA6F-1A6DF2AE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6578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7A98D2F3-096F-4045-9C06-60588998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245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rPr>
              <a:t>OPTIMISTIC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33780B4C-7465-48EB-93DF-944371D2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6578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BB18D22A-BB3A-4166-B249-545DDAFE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724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96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03F0DE3C-14E9-482C-82C1-0D764D49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6578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3311E579-EFF7-4355-A598-47917E49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724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96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FB6DEDBA-9873-4AD6-B580-0FF90266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6578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73830F0C-1AD6-45F1-9158-02B37B8D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724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B407EFCB-E013-405F-9316-F4BD1580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6578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1B82E266-9BF0-4470-84D9-6392059E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7245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3054.2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9F384678-ED0F-48A6-8047-47E9B1A4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6578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F41875AA-B071-46E5-A647-C575DD36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7245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31.4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70F8DE0E-33E2-4798-BF17-4B08B057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6578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3C92120-7866-4FD0-89D6-F4A01599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72452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0%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F0E99324-7AF2-45CD-ACDA-F809CD87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05525"/>
            <a:ext cx="1141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Quan sát ổn định nhất: NO_LOCK luôn mất 999 cập nhật; ba cơ chế còn lại không vi phạm toàn vẹn.</a:t>
            </a:r>
          </a:p>
        </p:txBody>
      </p:sp>
    </p:spTree>
    <p:extLst>
      <p:ext uri="{BB962C8B-B14F-4D97-AF65-F5344CB8AC3E}">
        <p14:creationId xmlns:p14="http://schemas.microsoft.com/office/powerpoint/2010/main" val="4842979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72381B-4356-4139-BFD8-520BFE4E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B0F11-5EB4-4D8A-B2CE-2FD77D6C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AGGREGATE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A0467-84F2-443E-879D-A10E294D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1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Trung bình của ba lần lặp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CBB54-6DCC-4A51-885B-92358092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LAB211 · CSV CONCURRENCY 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B89E1-2375-4FA0-A7E8-E09D9AEB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38204-3FEB-41DD-A1F1-121CBFF0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43100"/>
            <a:ext cx="2647950" cy="32956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709AD-0B64-41E4-81D7-DCF04768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43100"/>
            <a:ext cx="2647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875E0-F51D-472D-A02A-6E06F1A5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1526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NO_LOCK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5D89F-FE7D-466A-ABB2-7D8DC4BC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64795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1,358.3 TPS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66655-8914-4381-8615-83E3A81B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00990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THROUGHPUT TRUNG BÌNH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D79F7-FD12-48D2-89B9-24D7EE0E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4480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90.4%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52368-056E-4E43-8845-16E34F03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79095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TỶ LỆ ÂM KHO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746BD-9CE6-410F-BEE7-29D3DA42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1433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1.0%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54D19-B6EC-40FD-A915-FE8D3381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467225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KHAI THÁC KHO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453226-94C7-4B4A-9E7A-8D8BDFB1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00600"/>
            <a:ext cx="2305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D097D-8ACB-4C55-BF68-33705ACE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577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FAIL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8165D1-D158-47B0-8049-63A94741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43100"/>
            <a:ext cx="2647950" cy="32956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5F91B9-DAE1-4F91-A521-0D89CDF6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43100"/>
            <a:ext cx="2647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3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2B3F7-7AC8-4AA1-8BCA-2431FE8B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526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FILE_LOCK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C94D70-33F4-4DD3-A934-CFF09360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4795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160.8 TPS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2ABB38-FFA0-4368-B8C0-4321CC23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0990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THROUGHPUT TRUNG BÌNH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01A186-9F77-404C-8243-178DE9F6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4480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0.0%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084B01-1DF8-4E78-86E8-A1B5F2D2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79095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TỶ LỆ ÂM KHO LOGIC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C8A76-6DBC-4325-8E6B-A95B7A6D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1433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60.8%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B1603-A059-4C23-AA9B-2C5FE370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467225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KHAI THÁC KHO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35582D-5EEA-4225-9567-D235E436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800600"/>
            <a:ext cx="2305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F97C4A-0762-46DF-ADCB-41B889BD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8577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PASS*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4DE1C6-E939-4A87-A3CC-B4C5FA50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43100"/>
            <a:ext cx="2647950" cy="32956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3EFBA3-F9B8-4B40-8BD5-5ED47E81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43100"/>
            <a:ext cx="2647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3B1A1E-C286-4F76-B478-5020D4D1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526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SYNCHRONIZED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0A3461-0AA5-456A-B465-F4E85F76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4795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49.9 TPS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A525D7-E024-401C-A1D7-DEE05001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0990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THROUGHPUT TRUNG BÌNH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0525EE-9657-4B2D-AA65-CC2D7934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480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0.0%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164B52-263B-4F61-B911-4D1FEBD5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9095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TỶ LỆ ÂM KHO LOGIC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B508AA-4E83-4CD3-A826-35F91DF4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433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7ADC33-3880-4371-8E4A-402ACE19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467225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KHAI THÁC KHO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2F7C69-DAD2-4300-9C92-658843F3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800600"/>
            <a:ext cx="2305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3F2EBC-093E-4F8B-ACCD-C30D6177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8577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94BE3D-E6C8-4855-B77D-D57121AA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43100"/>
            <a:ext cx="2781300" cy="32956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E5D721-A34C-4183-982F-C898D25B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43100"/>
            <a:ext cx="2781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A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6F5AD3-87F2-4951-AFC7-FF8E5D18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526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rPr>
              <a:t>OPTIMISTIC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2A1C93-FDD8-4B56-BCF6-042D5F9A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4795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39.8 TPS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76B391-A25F-4554-9EAC-9E4F1D21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09900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THROUGHPUT TRUNG BÌNH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DF3434-E2AF-4F9F-8993-EE9DBEDA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480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0.0%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B4C535-6AB9-4090-8B48-9B72A31B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90950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TỶ LỆ ÂM KHO LOGIC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4340D3-C037-4A76-80C5-BF3C815F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43375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E9C113-9426-457D-B9B6-A03798F0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46722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KHAI THÁC KHO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D7FFB8-6E38-48D2-A5E5-49070472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800600"/>
            <a:ext cx="2438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B21043-770A-4F49-AC42-EC807ED3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85775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06CD7B-5416-44D6-B31D-F076B7CD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34025"/>
            <a:ext cx="1141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C680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C6803"/>
                </a:solidFill>
                <a:latin typeface="Helvetica Neue"/>
                <a:ea typeface="Helvetica Neue"/>
                <a:cs typeface="Helvetica Neue"/>
              </a:rPr>
              <a:t>* FILE_LOCK đạt tiêu chí số học nhưng không được khuyến nghị cho nhiều thread trong cùng JVM.</a:t>
            </a:r>
          </a:p>
        </p:txBody>
      </p:sp>
    </p:spTree>
    <p:extLst>
      <p:ext uri="{BB962C8B-B14F-4D97-AF65-F5344CB8AC3E}">
        <p14:creationId xmlns:p14="http://schemas.microsoft.com/office/powerpoint/2010/main" val="3568605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BF7E9-CF15-4288-826C-DDB078D0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59D8D-9495-4C2E-BFCB-8F5575CD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PRIMARY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44ECD-1CF4-4303-AD9C-0F0EFD27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1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Throughput vs. tỷ lệ âm kho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72811-F4DE-4160-9374-92B79CCD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57300"/>
            <a:ext cx="1141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Trục throughput dùng log scale để nhìn đủ cả bốn cơ chế.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96ED9-3161-481A-A7AA-FA84AEB6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LAB211 · CSV CONCURRENCY EXPERIMENT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88EA8-BD1D-4ED7-AE6A-8A434A04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c00afcc7e4fe4"/>
          <a:stretch xmlns:a="http://schemas.openxmlformats.org/drawingml/2006/main"/>
        </p:blipFill>
        <p:spPr>
          <a:xfrm xmlns:a="http://schemas.openxmlformats.org/drawingml/2006/main">
            <a:off x="587904" y="1695450"/>
            <a:ext cx="7653867" cy="4305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48142-9F5D-47C5-9992-754CCD08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76425"/>
            <a:ext cx="3076575" cy="3667125"/>
          </a:xfrm>
          <a:prstGeom xmlns:a="http://schemas.openxmlformats.org/drawingml/2006/main" prst="roundRect">
            <a:avLst>
              <a:gd name="adj" fmla="val 37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49825-8A51-48D6-B70C-B4737FCA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431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Đọc biểu đồ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C05E1-3F43-4956-AB91-6D3E662D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9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F0BAA-18C1-4BE3-A67B-CFC2974F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724150"/>
            <a:ext cx="2257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NO_LOCK nhanh nhưng nằm ở 90.4% âm kho.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B78F0-03ED-4087-8C34-E9AFE84D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81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F13E2-ABC1-4F8B-971D-F32B28F9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495675"/>
            <a:ext cx="2257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 điểm an toàn đều nằm trên đường 0%.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E1BBE-1229-486A-84AD-F29A0440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52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57C65-F8F0-4DA0-8A23-0E9938A0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67200"/>
            <a:ext cx="2257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OPTIMISTIC chỉ giảm 20.3% so với SYNC.</a:t>
            </a:r>
          </a:p>
        </p:txBody>
      </p:sp>
    </p:spTree>
    <p:extLst>
      <p:ext uri="{BB962C8B-B14F-4D97-AF65-F5344CB8AC3E}">
        <p14:creationId xmlns:p14="http://schemas.microsoft.com/office/powerpoint/2010/main" val="10846176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216523-08E8-461D-842F-69D944B2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7F8F1-C79A-4F6C-9EEE-E850AE95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REPEATABILITY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B8E42-0EF8-4628-A954-7950CC1F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1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Độ biến thiên throughput qua ba lần lặp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DF1A7-5239-46C7-8D09-DEC19639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LAB211 · CSV CONCURRENCY 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9F3F4-0413-4A55-9FD1-D9A3D9A2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57857737d441c"/>
          <a:stretch xmlns:a="http://schemas.openxmlformats.org/drawingml/2006/main"/>
        </p:blipFill>
        <p:spPr>
          <a:xfrm xmlns:a="http://schemas.openxmlformats.org/drawingml/2006/main">
            <a:off x="573617" y="1752600"/>
            <a:ext cx="7349067" cy="4133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74F35-0BBC-4F4E-8C6D-95AF0C99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3381375" cy="342900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76F82-ECB8-496F-A6C3-851B45FC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847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Mean ± SD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85D1D-D31B-452C-A62F-7C24B867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0035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NO_LOCK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26535F-2456-4968-85D4-852283C9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00350"/>
            <a:ext cx="1438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1,358.3 ± 468.2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27F9A-51D4-481E-8818-DC1A527E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528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FILE_LOCK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AFAB4-03E1-452B-9DC9-AB38829E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52800"/>
            <a:ext cx="1438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160.8 ± 45.3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CD075-4AC2-4B36-A806-49C24425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052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SYNCHRONIZED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9C628-41FF-4539-95FC-E1867965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05250"/>
            <a:ext cx="1438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49.9 ± 5.8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C9C353-D25A-4A29-895D-A536E276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577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rPr>
              <a:t>OPTIMISTIC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4995E-2ED2-4B99-B077-3BFADDD4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57700"/>
            <a:ext cx="1438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39.8 ± 7.2</a:t>
            </a:r>
          </a:p>
        </p:txBody>
      </p:sp>
    </p:spTree>
    <p:extLst>
      <p:ext uri="{BB962C8B-B14F-4D97-AF65-F5344CB8AC3E}">
        <p14:creationId xmlns:p14="http://schemas.microsoft.com/office/powerpoint/2010/main" val="7537901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61889-3816-4607-A520-72AD10BC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0D9CD-AB0D-49B5-9251-462EBFE5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INTEGRITY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6CFC3-95B2-4FCF-A657-242B1007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1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Tốc độ cao không đồng nghĩa xử lý đúng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AB146-A3FE-471A-A2BA-5D25E111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LAB211 · CSV CONCURRENCY 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58381-AA3C-4FFC-B627-7B1D1C4E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3d92881294e9e"/>
          <a:stretch xmlns:a="http://schemas.openxmlformats.org/drawingml/2006/main"/>
        </p:blipFill>
        <p:spPr>
          <a:xfrm xmlns:a="http://schemas.openxmlformats.org/drawingml/2006/main">
            <a:off x="570442" y="1714500"/>
            <a:ext cx="7450667" cy="4191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88ABB-DF6B-41D6-9D63-75B7FA88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52625"/>
            <a:ext cx="3305175" cy="3352800"/>
          </a:xfrm>
          <a:prstGeom xmlns:a="http://schemas.openxmlformats.org/drawingml/2006/main" prst="roundRect">
            <a:avLst>
              <a:gd name="adj" fmla="val 3458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C7996-F5E4-497F-B654-6894006C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19325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Phát hiện quan trọng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C6565-3726-4ED0-B59C-FBE48CEA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67025"/>
            <a:ext cx="2771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99.9%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ECF30-EAC4-4E73-961A-83D63306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19475"/>
            <a:ext cx="2771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vi phạm nhất quán của NO_LOCK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8C8C3-4EBC-4FD4-947C-245D08B9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81475"/>
            <a:ext cx="27717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1.0%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2F036-4034-4D7D-B0B1-F5CB396A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95825"/>
            <a:ext cx="2771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kho thực sự được ghi nhận</a:t>
            </a:r>
          </a:p>
        </p:txBody>
      </p:sp>
    </p:spTree>
    <p:extLst>
      <p:ext uri="{BB962C8B-B14F-4D97-AF65-F5344CB8AC3E}">
        <p14:creationId xmlns:p14="http://schemas.microsoft.com/office/powerpoint/2010/main" val="15245909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F4F025-94E9-45D1-96E4-EC2E0636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A0DFA-4F1C-45F2-B844-D8C8CEC8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ROOT CAUSE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DE661-B013-4CD0-A954-95AC58B2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1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Lost update xảy ra như thế nào trong NO_LOCK?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DB20E-229D-4767-B050-1A715883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LAB211 · CSV CONCURRENCY 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B55CA-76EF-4C50-88A0-1476FF43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27652-6BB1-4FB1-9661-5B7CA2A1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907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4FF"/>
          </a:solidFill>
          <a:ln xmlns:a="http://schemas.openxmlformats.org/drawingml/2006/main" w="19050">
            <a:solidFill>
              <a:srgbClr val="155E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693F4-A381-477C-A67C-8EC4D5CA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95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AB586-0D61-45C4-898B-733A8980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2AE15-5BA2-4606-8BD8-558E35F3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T1 đọc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8A4FA-B2BB-4ED4-BD29-25BD56C6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soldQty =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7B3B4-3A72-4C3E-8B5A-9B2D9C7D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62350"/>
            <a:ext cx="3143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DD8A4-411C-458C-89F5-9C3AD9F0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4385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8539B-5F30-4C13-80A7-1F4BAB50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9907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4FF"/>
          </a:solidFill>
          <a:ln xmlns:a="http://schemas.openxmlformats.org/drawingml/2006/main" w="19050">
            <a:solidFill>
              <a:srgbClr val="155E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09D73-A334-4E0D-91F4-FF9E021A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095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378D6-DC65-4F0E-8C41-355609B0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384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C93CE3-71D0-4B9F-B161-E5F190AC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0515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T2 đọc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27613-DEFE-491F-A5BB-7922C1B8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38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soldQty =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F197F-BFC0-499D-904F-6DCE95FF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562350"/>
            <a:ext cx="3143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DD24EC-C343-4ED9-8A89-7BD4E0A1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385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C0A885-C621-4E97-94F7-2725904E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907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F2"/>
          </a:solidFill>
          <a:ln xmlns:a="http://schemas.openxmlformats.org/drawingml/2006/main" w="19050">
            <a:solidFill>
              <a:srgbClr val="D92D2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E9E96C-CC14-4BF8-B05A-3CA6347D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95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D7C2A2-8B89-46F0-B2A3-B37F7FF2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384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9574BA-82CB-461C-8AA7-8AB143DF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0515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T1 ghi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A44A6B-C5E7-4DC6-810B-9AC55FED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soldQty =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83519E-E6B8-406C-A988-9470D5BD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62350"/>
            <a:ext cx="3143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22956E-F00B-4B69-B96B-E66EE777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4385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26A03D-264C-4EAB-B4BA-A2B6FE4C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9907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F2"/>
          </a:solidFill>
          <a:ln xmlns:a="http://schemas.openxmlformats.org/drawingml/2006/main" w="19050">
            <a:solidFill>
              <a:srgbClr val="D92D2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22F819-03AE-486C-8459-0B5BF6B3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95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6B00CD-9884-4C7E-890C-BDF2B737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384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003843-E57B-46FC-8868-7487DF2A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0515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T2 ghi đè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76FFFB-73DD-474A-B7E7-09288671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38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soldQty = 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0CCE1B-5D3D-4CAE-AE9C-8645849F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995362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85A04D-C50C-4B31-8ACC-F41CCB26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9420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Hai đơn đều thành công, nhưng file chỉ tăng 1 → một cập nhật bị mất; lặp 1.000 lần tạo 999 lost updates.</a:t>
            </a:r>
          </a:p>
        </p:txBody>
      </p:sp>
    </p:spTree>
    <p:extLst>
      <p:ext uri="{BB962C8B-B14F-4D97-AF65-F5344CB8AC3E}">
        <p14:creationId xmlns:p14="http://schemas.microsoft.com/office/powerpoint/2010/main" val="5777000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17F744-B8F0-4C48-9507-556E978A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B4F54-99D7-4A79-BB60-1637486C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MECHANISM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A5A76-CCD7-4AFA-A66C-8CA901C4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1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FILE_LOCK: PASS số học, nhưng TPS cao vì nhiều đơn fail-fast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7A324-86EE-4041-9F33-B95E1CAC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LAB211 · CSV CONCURRENCY 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F07CF-280D-4503-A86A-3014444C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07AE6-F4A1-4549-8AAA-35651123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26479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0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FB11D-D646-4354-B4D8-76C5349C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11455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160.8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D8412-8001-40AB-9FE5-D7CBC2DF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6765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TPS trung bình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F9E20-5879-4CB7-B3D1-B1B214A4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52625"/>
            <a:ext cx="26479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0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49405-C1F5-4104-8E10-F4557D18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1455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151A5-BAED-4EE6-9035-B7CECFE4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765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Âm kho &amp; violation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2C83C0-F2AD-4CBA-A26B-3CD19EBE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52625"/>
            <a:ext cx="26479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52FB4-072E-4F76-93A5-0040FB1C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1455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C680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C6803"/>
                </a:solidFill>
                <a:latin typeface="Helvetica Neue"/>
                <a:ea typeface="Helvetica Neue"/>
                <a:cs typeface="Helvetica Neue"/>
              </a:rPr>
              <a:t>58.3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9A6D6-13FB-4E09-AD34-89521646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765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Đơn thành công trung bình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44FE7-CC17-434A-B464-20082E9B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52625"/>
            <a:ext cx="27813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949E3E-53C5-4B35-BFD7-B372977F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1455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C680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C6803"/>
                </a:solidFill>
                <a:latin typeface="Helvetica Neue"/>
                <a:ea typeface="Helvetica Neue"/>
                <a:cs typeface="Helvetica Neue"/>
              </a:rPr>
              <a:t>60.8%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738FA-7012-49E0-8704-ACC25E94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Khai thác kho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110DDC-2726-4852-8B19-F384D815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67125"/>
            <a:ext cx="11410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05D69-660A-4162-898C-1D3331C5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680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DC6803"/>
                </a:solidFill>
                <a:latin typeface="Helvetica Neue"/>
                <a:ea typeface="Helvetica Neue"/>
                <a:cs typeface="Helvetica Neue"/>
              </a:rPr>
              <a:t>Caveat triển khai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F9E5FF-9931-438D-A1EE-FB1687DE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E4C13B-22CF-4E4F-8E72-54F4CBB7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57700"/>
            <a:ext cx="10391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Java FileLock không phù hợp để điều phối nhiều thread trong cùng JVM.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B560B-7479-491D-A116-E996412B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7C541-2F2A-4C6B-86D9-3BCB68BC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943475"/>
            <a:ext cx="10391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OverlappingFileLockException làm nhiều yêu cầu thất bại thay vì chờ.</a:t>
            </a:r>
          </a:p>
        </p:txBody>
      </p:sp>
    </p:spTree>
    <p:extLst>
      <p:ext uri="{BB962C8B-B14F-4D97-AF65-F5344CB8AC3E}">
        <p14:creationId xmlns:p14="http://schemas.microsoft.com/office/powerpoint/2010/main" val="2886325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899110-1C71-4A07-9E06-3C513120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4995E-921A-471E-8732-DBCE22B8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RECOMMENDATION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7B346-EC3B-4996-B072-785A4682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1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SYNCHRONIZED: phương án cân bằng cho ứng dụng hiện tại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E108F-A41A-4D40-A5F6-0B0A5733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LAB211 · CSV CONCURRENCY 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1449F-EAB1-4ED2-B22D-7B93314F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F14D4-B594-416E-B0C5-537D5810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53911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3D6C3-75E3-4B20-81D6-D4142451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81225"/>
            <a:ext cx="4743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49.9 TPS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A9EF8-1DC2-4A5C-A2E0-5A150286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4743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0% âm kho · 0% violation · 100% khai thác kho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1DF09-DFC6-4540-9B58-C030A206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24300"/>
            <a:ext cx="4743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Monitor nội bộ JVM tuần tự hóa đúng vùng read–check–write và phù hợp kiến trúc một tiến trình của project.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76332-5D82-435B-BAB8-19F33B3D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90700"/>
            <a:ext cx="5686425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6B83C-DC22-4F1B-9987-F88EBE61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503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Vì sao chọn?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8FA52-8943-48B0-9013-B6A6D152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05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08650-4F55-4947-A11A-3934D152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19400"/>
            <a:ext cx="4581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Đơn giản, dễ giải thích và dễ kiểm thử.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642E6-54A2-4154-9A09-4C096A72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86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C1405-EBB5-4BC1-958E-856022F7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00425"/>
            <a:ext cx="4581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Bán đủ 96/96 sản phẩm trong cả ba lần.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D7D467-73DD-4633-8B47-AE560EF1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67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57314D-3B4D-47AB-872C-54C43AB1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81450"/>
            <a:ext cx="4581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Không có retry storm dưới hotspot cực cao.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3CC829-AF63-4A90-8BD0-794C4E45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48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DADAC1-9988-4DC6-81A9-27B40D35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562475"/>
            <a:ext cx="4581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Là baseline an toàn hợp lý để so sánh.</a:t>
            </a:r>
          </a:p>
        </p:txBody>
      </p:sp>
    </p:spTree>
    <p:extLst>
      <p:ext uri="{BB962C8B-B14F-4D97-AF65-F5344CB8AC3E}">
        <p14:creationId xmlns:p14="http://schemas.microsoft.com/office/powerpoint/2010/main" val="274808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7C8D37-EEFC-4362-8600-891F51DF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AF558-9AE0-4C2E-9B88-5505AC95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MECHANISM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FDAD3-648C-44BC-93F5-DCD0E2A0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1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OPTIMISTIC: an toàn, nhưng trả giá bằng retry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C5C0D-CBBB-4EC2-B2B5-348CED72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LAB211 · CSV CONCURRENCY 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D9952-8087-4B6A-924E-01FFA1BD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00A11-44A0-485B-81AA-98BB2D30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26479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4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88AEE-E0DA-43CE-904E-CBD4A25F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11455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rPr>
              <a:t>39.8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A4484-BE50-4AC3-91D7-AC92EA80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6765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TPS trung bình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8154F-9089-4DDB-A803-EFB4B88C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52625"/>
            <a:ext cx="26479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4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CE1ED-C484-4638-9ED5-040CD779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1455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rPr>
              <a:t>−20.3%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7FC83-B9A3-4421-9683-654D7A6C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765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So với SYNCHRONIZED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A413D-F76A-44DF-BE4B-E4A2C579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52625"/>
            <a:ext cx="26479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0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E24A5-F137-4FC3-B321-D0128969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1455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9841D8-079C-4E65-8740-196C7603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765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Âm kho &amp; violation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3623B-F9A3-4309-A93A-14D0572B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52625"/>
            <a:ext cx="27813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0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461AD2-C730-49D0-B1A8-8E60FAA8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1455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96/96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10B6D-4683-410E-960D-8FB7BD92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Kho được bán đúng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5428D-AA69-4D85-BCD7-45098B51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52850"/>
            <a:ext cx="114109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4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49BE4E-20F3-4793-A58D-3AFC1C36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386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rPr>
              <a:t>Ý nghĩa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12C07E-B1EA-440F-AFCD-9A523A0B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10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BAB8D-433A-4030-B36C-F9D674E8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1020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Version check ngăn stale write và giữ đúng toàn vẹn.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8D0BA0-CDB0-4F02-806A-6B7CA65D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95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433702-EEE1-4C6E-A3E0-AF12FA68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020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Khi 1.000 thread tranh cùng một record, retry làm total time tăng lên 2.475 ms.</a:t>
            </a:r>
          </a:p>
        </p:txBody>
      </p:sp>
    </p:spTree>
    <p:extLst>
      <p:ext uri="{BB962C8B-B14F-4D97-AF65-F5344CB8AC3E}">
        <p14:creationId xmlns:p14="http://schemas.microsoft.com/office/powerpoint/2010/main" val="16252016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2C43844-43F3-4BCB-98F5-4F6A4978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D6CE3-9755-4544-9E14-DD576A3F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2F03E-9F7D-4784-8138-80834B27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1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 trận quyết định theo đúng tiêu chí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6A9EC-4949-437E-86E9-DF68B360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LAB211 · CSV CONCURRENCY 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B3605-19CB-45E2-AF5E-230EADAC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87727-DE5C-4180-BC5A-1FBCC962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81200"/>
            <a:ext cx="2143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6DE7E-1CC6-4434-A50D-4A532B5E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200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Cơ chế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661E3-4C28-498F-B7C5-A61AD105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81200"/>
            <a:ext cx="1666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4C40E-DE9A-4BFF-AE46-8230BC1F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47875"/>
            <a:ext cx="15335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Âm kho =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056BA-2AC4-4564-9FB0-49DDEE13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981200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5CD47-75FE-4A0C-9A94-FECBE25E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47875"/>
            <a:ext cx="1676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Violation =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EC6F7-D495-4BE7-BE47-82070AAD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981200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5C752-61A0-4E34-87F5-AAAE30E2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47875"/>
            <a:ext cx="1676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Δ TPS vs SYNC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F4465-E1A9-4105-AE83-0B0C8FA6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981200"/>
            <a:ext cx="1428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92ABC-3206-4676-BE1F-F50C2E2F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47875"/>
            <a:ext cx="1295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BAEF3-DC95-4BF0-9D19-AD809B64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81200"/>
            <a:ext cx="25527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2563B-606E-4113-AE91-C74A68E9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47875"/>
            <a:ext cx="2419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Khuyến nghị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255D5-9B18-4DA3-814C-07263C50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00325"/>
            <a:ext cx="2143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CBF326-C819-48EB-85F7-09D21966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200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NO_LOCK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D6E55-31AB-4835-A22E-ACB0D7AA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00325"/>
            <a:ext cx="1666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6EAC94-3F35-4096-AEBC-D48F6926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667000"/>
            <a:ext cx="15335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Không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6BF7A-07C4-46F0-A6E8-5C460260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600325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1580A8-B8B4-4BAD-95DB-87FB1719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67000"/>
            <a:ext cx="1676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Không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641206-E136-4A92-BCDD-2FB456EA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600325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7DFF79-9D21-407D-AE25-0773D8F9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67000"/>
            <a:ext cx="1676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+2622.5%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0F58E8-5A90-4740-ADE9-EE699FE0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600325"/>
            <a:ext cx="1428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623B0E-D6AA-4467-8F05-51DFC27E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67000"/>
            <a:ext cx="1295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FAIL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FEBC6D-E6D5-46D9-9EC4-51D2FF46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600325"/>
            <a:ext cx="25527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5E5CFA-A23B-48C5-AB71-61918292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67000"/>
            <a:ext cx="2419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Đối chứng âm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36C8E4-4101-4F9B-8BF8-51736537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19450"/>
            <a:ext cx="2143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BE424A-5CDC-4DFF-BA06-C58E6C7C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86125"/>
            <a:ext cx="200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FILE_LOCK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2CE2F8-23EC-409E-8E6F-AA0FD08C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19450"/>
            <a:ext cx="1666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BF3241-8B23-48C1-9DE7-6BA2C444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286125"/>
            <a:ext cx="15335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Có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CA3C15-2EFC-4107-B884-0A8D52E1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219450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A1E920-EEC6-41B7-9841-6E67079A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86125"/>
            <a:ext cx="1676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Có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89661F-D83A-4D00-AEBB-6BDCFC7F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219450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DAFA9B-1333-497A-A139-926CEF2C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86125"/>
            <a:ext cx="1676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+222.2%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F33334-B447-4DA6-8019-760BC7E1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19450"/>
            <a:ext cx="1428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B18954-56F7-49EF-A585-1C3F5BC4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86125"/>
            <a:ext cx="1295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PASS*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964157-79CE-4F76-B302-746FDD31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19450"/>
            <a:ext cx="25527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160814-3251-48B8-B1BA-BE35EB12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86125"/>
            <a:ext cx="2419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Không chọn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141CE7-555E-4296-B789-856EDD1E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38575"/>
            <a:ext cx="2143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9D9DEC-105F-45A1-B4D5-999C72F0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200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SYNCHRONIZED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D97765-2995-4D3E-BA87-42C9A3D9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38575"/>
            <a:ext cx="1666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3C1D21-4283-42B2-9836-1E8F4B78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905250"/>
            <a:ext cx="15335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Có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E7B57B-4909-4EAD-AF88-AEC5A7A4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38575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2EF9CA-36F5-4B6E-93FB-668BDD7C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05250"/>
            <a:ext cx="1676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Có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776A11-0DA3-4107-A95A-BB50A258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838575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CE4D33-06E7-4D5A-87DB-B20D034C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05250"/>
            <a:ext cx="1676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0.0%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4BD301-7AED-402E-8AB9-5AE65D00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838575"/>
            <a:ext cx="1428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CF86BD-014E-4F81-A375-2ACBBCA2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05250"/>
            <a:ext cx="1295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E68F10-E3B6-44A6-A14C-392BEADE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838575"/>
            <a:ext cx="25527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09BE95-FB04-4E98-AD50-2F3055E7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05250"/>
            <a:ext cx="2419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CHỌN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4A298A7-8D04-410A-9AFC-1E7BD46C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57700"/>
            <a:ext cx="2143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2A4DF7-0758-48AD-8CAB-B0BBC2BB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4375"/>
            <a:ext cx="200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rPr>
              <a:t>OPTIMISTIC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D4B3F4-5CC3-4DBD-8815-3C345AC8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57700"/>
            <a:ext cx="1666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2D5057-E81E-437D-8175-F9EA2EA2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524375"/>
            <a:ext cx="15335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Có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7B1051-E996-4D92-9654-E7033745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457700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841DDA-B072-40A9-881E-F5539498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24375"/>
            <a:ext cx="1676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Có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5F765D4-7E26-47EA-B231-4B5C9306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457700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BB19799-2877-42AD-A074-B08BAD3F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24375"/>
            <a:ext cx="1676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−20.3%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29DA084-FD33-41FA-A01D-1FAF6B6E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457700"/>
            <a:ext cx="1428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1C8FE24-EF4F-460B-ABEE-B7960F00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24375"/>
            <a:ext cx="1295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2E178ED-319D-4828-B8D9-6F18B5B2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457700"/>
            <a:ext cx="25527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668">
            <a:solidFill>
              <a:srgbClr val="D0D5DD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0A62999-FDE2-4A78-8FEF-D342FF51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24375"/>
            <a:ext cx="2419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Phương án 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48B445-575E-4A58-A42B-3F60F062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72100"/>
            <a:ext cx="114109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0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236E450-F386-4298-B8E2-A23B2C2A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435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Kết luận chính thức: FILE_LOCK, SYNCHRONIZED và OPTIMISTIC đạt tiêu chí hẹp; chọn SYNCHRONIZED để triển khai.</a:t>
            </a:r>
          </a:p>
        </p:txBody>
      </p:sp>
    </p:spTree>
    <p:extLst>
      <p:ext uri="{BB962C8B-B14F-4D97-AF65-F5344CB8AC3E}">
        <p14:creationId xmlns:p14="http://schemas.microsoft.com/office/powerpoint/2010/main" val="13312812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0801C9-12BF-4E7C-BC1B-6BB43BE3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89A61-AE44-46CA-A299-8BAF2A52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A4A2C-718D-4B4B-A54B-B63335F8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1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Tại sao không dùng NO_LOCK làm baseline?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80760-2AC2-410F-8AAB-1AAFF4D4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57300"/>
            <a:ext cx="1141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Baseline phải là một phương án đúng về mặt chức năng.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45AC1-974F-41C9-A6D2-EC784BAE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LAB211 · CSV CONCURRENCY EXPERIMENT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F9546-B22B-4F9E-87CA-16B98B98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58FD3-A642-403C-A6EE-331D79DC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57375"/>
            <a:ext cx="5381625" cy="3495675"/>
          </a:xfrm>
          <a:prstGeom xmlns:a="http://schemas.openxmlformats.org/drawingml/2006/main" prst="roundRect">
            <a:avLst>
              <a:gd name="adj" fmla="val 3270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D760B-C19B-4C9E-B04C-4D258834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526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Nếu dùng NO_LOCK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3FBB1-5764-4C36-A67C-904066F9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38450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−88.2%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9A593-ECFF-41BC-A4EF-F733CA37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33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FILE_LOCK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9085B-3BCE-4D85-A8A8-D5286E9B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7187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−96.3%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339F3-F3FD-466F-9444-9D085D69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667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SYNCHRONIZED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5EAF6-1924-462B-B680-A3652695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05300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−97.1%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14B4F2-85CC-464A-B3F5-33F726E0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4005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OPTIMISTIC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64962-DED5-4F4B-9E7C-A0547750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857375"/>
            <a:ext cx="5695950" cy="3495675"/>
          </a:xfrm>
          <a:prstGeom xmlns:a="http://schemas.openxmlformats.org/drawingml/2006/main" prst="roundRect">
            <a:avLst>
              <a:gd name="adj" fmla="val 327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8C1532-AC24-4A24-8CBC-9B578501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526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Vấn đề logic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E8EFBC-45D6-442B-AB18-3609B169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33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8D958-D04F-4A9D-8283-60E503E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47975"/>
            <a:ext cx="4581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NO_LOCK đạt TPS cao nhờ bỏ qua tính đúng đắn.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E01BF-4E4F-4CFB-9EB8-96754BF5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29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CD718D-0990-4102-AE17-8A4D82C7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43300"/>
            <a:ext cx="4581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 sánh với nó khiến mọi phương án an toàn đều “thua”.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724707-47F0-445A-A488-B56BBFD9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24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F8A37B-F680-4971-A28A-76F73AE5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38625"/>
            <a:ext cx="4581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SYNCHRONIZED là mốc an toàn, đầy đủ và tái lập.</a:t>
            </a:r>
          </a:p>
        </p:txBody>
      </p:sp>
    </p:spTree>
    <p:extLst>
      <p:ext uri="{BB962C8B-B14F-4D97-AF65-F5344CB8AC3E}">
        <p14:creationId xmlns:p14="http://schemas.microsoft.com/office/powerpoint/2010/main" val="12623781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6E355-41B1-4828-8B64-3A0F7671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3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5F2C3-0018-47CE-BBF4-3F16FAAE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9384"/>
                </a:solidFill>
                <a:latin typeface="Helvetica Neue"/>
                <a:ea typeface="Helvetica Neue"/>
                <a:cs typeface="Helvetica Neue"/>
              </a:rPr>
              <a:t>FINAL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5F5C1-14DF-4E4A-A966-7E59BFC6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0175"/>
            <a:ext cx="11410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Lost update là race condition chính.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DB6DA-F816-44F0-86B5-EE506349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860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 cơ chế đạt tiêu chí định lượng; SYNCHRONIZED là lựa chọn triển khai tốt nhất cho project CSV một JVM.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A297F-24D9-4D21-9FC8-0CF892E4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81425"/>
            <a:ext cx="3524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3955F-4079-4759-BBC6-52DCA278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95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NO_LOCK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AE1CE-1D0D-4C31-96C7-9EE645FF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48175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Đối chứng âm</a:t>
            </a:r>
          </a:p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90.4% âm kho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9CCAA-F027-49C7-83A7-3BC426C5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81425"/>
            <a:ext cx="3524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F19C7-ABD7-4B4A-9022-89962015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0195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SYNCHRONIZED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2C974-BB04-4171-9E7F-7AFA2AB1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448175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Khuyến nghị</a:t>
            </a:r>
          </a:p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0% lỗi · 100% kho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F8E26-96BC-4501-ACEA-A0C29AA1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781425"/>
            <a:ext cx="3524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4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EF22F-F7CD-40F0-8523-9053D3ED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195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7A5AF8"/>
                </a:solidFill>
                <a:latin typeface="Helvetica Neue"/>
                <a:ea typeface="Helvetica Neue"/>
                <a:cs typeface="Helvetica Neue"/>
              </a:rPr>
              <a:t>OPTIMISTIC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78671-11BC-4E08-829E-BD2A20BA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48175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Phương án 2</a:t>
            </a:r>
          </a:p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TPS chỉ giảm 20.3%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FCF75-BC56-46B1-8005-F79C59AB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0D5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0D5DD"/>
                </a:solidFill>
                <a:latin typeface="Helvetica Neue"/>
                <a:ea typeface="Helvetica Neue"/>
                <a:cs typeface="Helvetica Neue"/>
              </a:rPr>
              <a:t>Q&amp;A · Dữ liệu thô, mã runner và công thức metric nằm trong thư mục reports/experiment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1918BE-832C-4499-804F-8F5AE506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0D5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D0D5DD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173428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2026-07-21T06:09:19.8680000Z</dcterms:created>
  <dcterms:modified xsi:type="dcterms:W3CDTF">2026-07-21T06:09:19.8680000Z</dcterms:modified>
</coreProperties>
</file>